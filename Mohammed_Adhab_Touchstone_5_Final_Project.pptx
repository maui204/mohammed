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summarizes my Trailblazers client website final project, including the site's goals, structure, design, interactive features, accessibility, and what I learned during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chose simple and consistent navigation because users should not have to search around the website to find information. Clear navigation makes the website easier to understand and allows visitors to move between important sections quickly.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website structure makes information easier to find because content is separated into clearly identified sections. The desktop screenshot should show the navigation and headings so users can see how the content is organized.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design choice was maintaining consistent typography and spacing. This creates a clear visual hierarchy so users can quickly distinguish headings from regular content and understand which information is most important.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interactive navigation improves the user experience by reducing the effort required to locate information. Instead of searching through everything, visitors can select the section they want and move directly to relevant content.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localStorage improves convenience because information can remain available in the user's browser after the page is refreshed. This can prevent users from having to repeat the same action or enter the same information again.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Alternative text makes visual content more accessible to visitors who use screen readers. Instead of receiving no information about an important image, the user can hear a description of its purpose. This benefits people with visual impairments and improves overall usability.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organization of the website is one of its strongest features. The navigation menu and clearly separated content sections make it easy for visitors to understand where they are and where they can go next.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I developed the website, I realized some parts of the original layout needed adjustment for smaller screens. I improved the responsive layout and spacing so the website would remain readable and usable on desktop and mobile devices.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experience taught me the importance of responsive design and continuous testing. In future projects, I would test desktop and mobile layouts earlier so I could identify problems sooner and make development more efficient.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Touchstone 5: Client Website Final Project</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700">
                <a:solidFill>
                  <a:srgbClr val="414141"/>
                </a:solidFill>
                <a:latin typeface="Aptos"/>
              </a:defRPr>
            </a:pPr>
            <a:r>
              <a:t>▸  Project Title: Trailblazers Client Website</a:t>
            </a:r>
          </a:p>
          <a:p>
            <a:pPr>
              <a:spcAft>
                <a:spcPts val="1300"/>
              </a:spcAft>
              <a:defRPr sz="1700">
                <a:solidFill>
                  <a:srgbClr val="414141"/>
                </a:solidFill>
                <a:latin typeface="Aptos"/>
              </a:defRPr>
            </a:pPr>
            <a:r>
              <a:t>▸  Your Name: Mohammed Adhab</a:t>
            </a:r>
          </a:p>
          <a:p>
            <a:pPr>
              <a:spcAft>
                <a:spcPts val="1300"/>
              </a:spcAft>
              <a:defRPr sz="1700">
                <a:solidFill>
                  <a:srgbClr val="414141"/>
                </a:solidFill>
                <a:latin typeface="Aptos"/>
              </a:defRPr>
            </a:pPr>
            <a:r>
              <a:t>▸  Client Name: Trailblazers</a:t>
            </a:r>
          </a:p>
          <a:p>
            <a:pPr>
              <a:spcAft>
                <a:spcPts val="1300"/>
              </a:spcAft>
              <a:defRPr sz="1700">
                <a:solidFill>
                  <a:srgbClr val="414141"/>
                </a:solidFill>
                <a:latin typeface="Aptos"/>
              </a:defRPr>
            </a:pPr>
            <a:r>
              <a:t>▸  Live Website Link: Add your published website URL here</a:t>
            </a:r>
          </a:p>
          <a:p>
            <a:pPr>
              <a:spcAft>
                <a:spcPts val="1300"/>
              </a:spcAft>
              <a:defRPr sz="1700">
                <a:solidFill>
                  <a:srgbClr val="414141"/>
                </a:solidFill>
                <a:latin typeface="Aptos"/>
              </a:defRPr>
            </a:pPr>
            <a:r>
              <a:t>▸  GitHub Repository: maui204/trailblazers-touchstone4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Client Goals &amp; Audience</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Client Goal: Provide visitors with clear information about Trailblazers and make important content easy to find.</a:t>
            </a:r>
          </a:p>
          <a:p>
            <a:pPr>
              <a:spcAft>
                <a:spcPts val="1300"/>
              </a:spcAft>
              <a:defRPr sz="1900">
                <a:solidFill>
                  <a:srgbClr val="414141"/>
                </a:solidFill>
                <a:latin typeface="Aptos"/>
              </a:defRPr>
            </a:pPr>
            <a:r>
              <a:t>▸  Target Audience: People interested in Trailblazers who want to learn about its services, activities, and information.</a:t>
            </a:r>
          </a:p>
          <a:p>
            <a:pPr>
              <a:spcAft>
                <a:spcPts val="1300"/>
              </a:spcAft>
              <a:defRPr sz="1900">
                <a:solidFill>
                  <a:srgbClr val="414141"/>
                </a:solidFill>
                <a:latin typeface="Aptos"/>
              </a:defRPr>
            </a:pPr>
            <a:r>
              <a:t>▸  Design Choice: I created simple navigation with clearly labeled sections so users can quickly find what they need.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Site Structure &amp; Content</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Pages Included: Home, About, Services/Information, and Contact.</a:t>
            </a:r>
          </a:p>
          <a:p>
            <a:pPr>
              <a:spcAft>
                <a:spcPts val="1300"/>
              </a:spcAft>
              <a:defRPr sz="1900">
                <a:solidFill>
                  <a:srgbClr val="414141"/>
                </a:solidFill>
                <a:latin typeface="Aptos"/>
              </a:defRPr>
            </a:pPr>
            <a:r>
              <a:t>▸  Navigation: Users move through the website using the main navigation menu.</a:t>
            </a:r>
          </a:p>
          <a:p>
            <a:pPr>
              <a:spcAft>
                <a:spcPts val="1300"/>
              </a:spcAft>
              <a:defRPr sz="1900">
                <a:solidFill>
                  <a:srgbClr val="414141"/>
                </a:solidFill>
                <a:latin typeface="Aptos"/>
              </a:defRPr>
            </a:pPr>
            <a:r>
              <a:t>▸  Structure Decision: Clear headings and organized sections make the pages easy to scan.</a:t>
            </a:r>
          </a:p>
          <a:p>
            <a:pPr>
              <a:spcAft>
                <a:spcPts val="1300"/>
              </a:spcAft>
              <a:defRPr sz="1900">
                <a:solidFill>
                  <a:srgbClr val="414141"/>
                </a:solidFill>
                <a:latin typeface="Aptos"/>
              </a:defRPr>
            </a:pPr>
            <a:r>
              <a:t>▸  Insert: Desktop screenshot of the Trailblazers website.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Visual Design System</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Color: A consistent color palette creates a professional and unified appearance.</a:t>
            </a:r>
          </a:p>
          <a:p>
            <a:pPr>
              <a:spcAft>
                <a:spcPts val="1300"/>
              </a:spcAft>
              <a:defRPr sz="1900">
                <a:solidFill>
                  <a:srgbClr val="414141"/>
                </a:solidFill>
                <a:latin typeface="Aptos"/>
              </a:defRPr>
            </a:pPr>
            <a:r>
              <a:t>▸  Typography: Readable font sizes and strong contrast improve readability.</a:t>
            </a:r>
          </a:p>
          <a:p>
            <a:pPr>
              <a:spcAft>
                <a:spcPts val="1300"/>
              </a:spcAft>
              <a:defRPr sz="1900">
                <a:solidFill>
                  <a:srgbClr val="414141"/>
                </a:solidFill>
                <a:latin typeface="Aptos"/>
              </a:defRPr>
            </a:pPr>
            <a:r>
              <a:t>▸  Layout: Content is organized using headings, sections, spacing, and consistent alignment.</a:t>
            </a:r>
          </a:p>
          <a:p>
            <a:pPr>
              <a:spcAft>
                <a:spcPts val="1300"/>
              </a:spcAft>
              <a:defRPr sz="1900">
                <a:solidFill>
                  <a:srgbClr val="414141"/>
                </a:solidFill>
                <a:latin typeface="Aptos"/>
              </a:defRPr>
            </a:pPr>
            <a:r>
              <a:t>▸  Insert: Desktop and mobile screenshots.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Interactive Feature</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Feature: Interactive website navigation.</a:t>
            </a:r>
          </a:p>
          <a:p>
            <a:pPr>
              <a:spcAft>
                <a:spcPts val="1300"/>
              </a:spcAft>
              <a:defRPr sz="1900">
                <a:solidFill>
                  <a:srgbClr val="414141"/>
                </a:solidFill>
                <a:latin typeface="Aptos"/>
              </a:defRPr>
            </a:pPr>
            <a:r>
              <a:t>▸  User Action: The user clicks a navigation link or button.</a:t>
            </a:r>
          </a:p>
          <a:p>
            <a:pPr>
              <a:spcAft>
                <a:spcPts val="1300"/>
              </a:spcAft>
              <a:defRPr sz="1900">
                <a:solidFill>
                  <a:srgbClr val="414141"/>
                </a:solidFill>
                <a:latin typeface="Aptos"/>
              </a:defRPr>
            </a:pPr>
            <a:r>
              <a:t>▸  Result: The website displays the selected page or section.</a:t>
            </a:r>
          </a:p>
          <a:p>
            <a:pPr>
              <a:spcAft>
                <a:spcPts val="1300"/>
              </a:spcAft>
              <a:defRPr sz="1900">
                <a:solidFill>
                  <a:srgbClr val="414141"/>
                </a:solidFill>
                <a:latin typeface="Aptos"/>
              </a:defRPr>
            </a:pPr>
            <a:r>
              <a:t>▸  Insert: Screenshot showing the navigation or another interactive feature.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Data Storage</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Storage Type: localStorage.</a:t>
            </a:r>
          </a:p>
          <a:p>
            <a:pPr>
              <a:spcAft>
                <a:spcPts val="1300"/>
              </a:spcAft>
              <a:defRPr sz="1900">
                <a:solidFill>
                  <a:srgbClr val="414141"/>
                </a:solidFill>
                <a:latin typeface="Aptos"/>
              </a:defRPr>
            </a:pPr>
            <a:r>
              <a:t>▸  What is Stored: User-related website information or preferences that should remain after refresh.</a:t>
            </a:r>
          </a:p>
          <a:p>
            <a:pPr>
              <a:spcAft>
                <a:spcPts val="1300"/>
              </a:spcAft>
              <a:defRPr sz="1900">
                <a:solidFill>
                  <a:srgbClr val="414141"/>
                </a:solidFill>
                <a:latin typeface="Aptos"/>
              </a:defRPr>
            </a:pPr>
            <a:r>
              <a:t>▸  When: Information is stored when the user performs the related interaction on the website.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Accessibility</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Accessibility Features: Alternative text for meaningful images; good color contrast and readable text; clear headings and semantic structure; clearly labeled navigation links and controls.</a:t>
            </a:r>
          </a:p>
          <a:p>
            <a:pPr>
              <a:spcAft>
                <a:spcPts val="1300"/>
              </a:spcAft>
              <a:defRPr sz="1900">
                <a:solidFill>
                  <a:srgbClr val="414141"/>
                </a:solidFill>
                <a:latin typeface="Aptos"/>
              </a:defRPr>
            </a:pPr>
            <a:r>
              <a:t>▸  Focus Feature: Alternative text for images.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Self-Evaluation</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Strength: The website has a simple and organized design.</a:t>
            </a:r>
          </a:p>
          <a:p>
            <a:pPr>
              <a:spcAft>
                <a:spcPts val="1300"/>
              </a:spcAft>
              <a:defRPr sz="1900">
                <a:solidFill>
                  <a:srgbClr val="414141"/>
                </a:solidFill>
                <a:latin typeface="Aptos"/>
              </a:defRPr>
            </a:pPr>
            <a:r>
              <a:t>▸  Evidence: Navigation, headings, content sections, and a consistent layout demonstrate this throughout the site.</a:t>
            </a:r>
          </a:p>
          <a:p>
            <a:pPr>
              <a:spcAft>
                <a:spcPts val="1300"/>
              </a:spcAft>
              <a:defRPr sz="1900">
                <a:solidFill>
                  <a:srgbClr val="414141"/>
                </a:solidFill>
                <a:latin typeface="Aptos"/>
              </a:defRPr>
            </a:pPr>
            <a:r>
              <a:t>▸  User Impact: Visitors can understand the site quickly and locate important information without unnecessary steps.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Process Reflection</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Planning: I planned the main pages, navigation, content, colors, and general layout.</a:t>
            </a:r>
          </a:p>
          <a:p>
            <a:pPr>
              <a:spcAft>
                <a:spcPts val="1300"/>
              </a:spcAft>
              <a:defRPr sz="1900">
                <a:solidFill>
                  <a:srgbClr val="414141"/>
                </a:solidFill>
                <a:latin typeface="Aptos"/>
              </a:defRPr>
            </a:pPr>
            <a:r>
              <a:t>▸  Change: During development, I adjusted the layout, spacing, and responsive design.</a:t>
            </a:r>
          </a:p>
          <a:p>
            <a:pPr>
              <a:spcAft>
                <a:spcPts val="1300"/>
              </a:spcAft>
              <a:defRPr sz="1900">
                <a:solidFill>
                  <a:srgbClr val="414141"/>
                </a:solidFill>
                <a:latin typeface="Aptos"/>
              </a:defRPr>
            </a:pPr>
            <a:r>
              <a:t>▸  Why did it change? I wanted the website to work better on different screen sizes and make content easier to read.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00200"/>
          </a:xfrm>
          <a:prstGeom prst="rect">
            <a:avLst/>
          </a:prstGeom>
          <a:solidFill>
            <a:srgbClr val="124B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881360" y="0"/>
            <a:ext cx="685800" cy="548640"/>
          </a:xfrm>
          <a:prstGeom prst="rect">
            <a:avLst/>
          </a:prstGeom>
          <a:solidFill>
            <a:srgbClr val="A6D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875520" cy="731520"/>
          </a:xfrm>
          <a:prstGeom prst="rect">
            <a:avLst/>
          </a:prstGeom>
          <a:noFill/>
        </p:spPr>
        <p:txBody>
          <a:bodyPr wrap="none">
            <a:spAutoFit/>
          </a:bodyPr>
          <a:lstStyle/>
          <a:p>
            <a:pPr>
              <a:defRPr sz="2800">
                <a:solidFill>
                  <a:srgbClr val="FFFFFF"/>
                </a:solidFill>
                <a:latin typeface="Aptos Display"/>
              </a:defRPr>
            </a:pPr>
            <a:r>
              <a:t>Challenges &amp; Lessons Learned</a:t>
            </a:r>
          </a:p>
        </p:txBody>
      </p:sp>
      <p:sp>
        <p:nvSpPr>
          <p:cNvPr id="5" name="TextBox 4"/>
          <p:cNvSpPr txBox="1"/>
          <p:nvPr/>
        </p:nvSpPr>
        <p:spPr>
          <a:xfrm>
            <a:off x="731520" y="1965960"/>
            <a:ext cx="10698480" cy="4297680"/>
          </a:xfrm>
          <a:prstGeom prst="rect">
            <a:avLst/>
          </a:prstGeom>
          <a:noFill/>
        </p:spPr>
        <p:txBody>
          <a:bodyPr wrap="square">
            <a:spAutoFit/>
          </a:bodyPr>
          <a:lstStyle/>
          <a:p>
            <a:pPr>
              <a:spcAft>
                <a:spcPts val="1300"/>
              </a:spcAft>
              <a:defRPr sz="1900">
                <a:solidFill>
                  <a:srgbClr val="414141"/>
                </a:solidFill>
                <a:latin typeface="Aptos"/>
              </a:defRPr>
            </a:pPr>
            <a:r>
              <a:t>▸  Challenge: Creating a layout that looked good and remained easy to use on desktop and mobile screens.</a:t>
            </a:r>
          </a:p>
          <a:p>
            <a:pPr>
              <a:spcAft>
                <a:spcPts val="1300"/>
              </a:spcAft>
              <a:defRPr sz="1900">
                <a:solidFill>
                  <a:srgbClr val="414141"/>
                </a:solidFill>
                <a:latin typeface="Aptos"/>
              </a:defRPr>
            </a:pPr>
            <a:r>
              <a:t>▸  Solution: I used responsive design techniques and adjusted layout, spacing, and content positioning.</a:t>
            </a:r>
          </a:p>
          <a:p>
            <a:pPr>
              <a:spcAft>
                <a:spcPts val="1300"/>
              </a:spcAft>
              <a:defRPr sz="1900">
                <a:solidFill>
                  <a:srgbClr val="414141"/>
                </a:solidFill>
                <a:latin typeface="Aptos"/>
              </a:defRPr>
            </a:pPr>
            <a:r>
              <a:t>▸  Lesson: I learned that a website should be tested throughout development instead of waiting until the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